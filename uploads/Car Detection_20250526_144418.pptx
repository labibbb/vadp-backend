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Object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 artificial intelligence-based object detection technology capable of recognizing and detecting objects it has never encountered or been trained on before. Utilizes vision-language models to understand relationships between text and images.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Multimodal Model: Combines language (text) and visual (images).</a:t>
            </a:r>
          </a:p>
          <a:p>
            <a:pPr>
              <a:defRPr sz="1600"/>
            </a:pPr>
            <a:r>
              <a:t>• Semantic Embedding: Links image and text representations.</a:t>
            </a:r>
          </a:p>
          <a:p>
            <a:pPr>
              <a:defRPr sz="1600"/>
            </a:pPr>
            <a:r>
              <a:t>• Text-Based Prompts: Users provide textual prompts to detect specific objects.</a:t>
            </a:r>
          </a:p>
          <a:p>
            <a:pPr>
              <a:defRPr sz="1600"/>
            </a:pPr>
            <a:r>
              <a:t>Example: "Find all red objects in this image."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High Flexibility: No specific training required for new objects.</a:t>
            </a:r>
          </a:p>
          <a:p>
            <a:pPr>
              <a:defRPr sz="1600"/>
            </a:pPr>
            <a:r>
              <a:t>• Time Efficiency: Reduces extensive dataset labeling.</a:t>
            </a:r>
          </a:p>
          <a:p>
            <a:pPr>
              <a:defRPr sz="1600"/>
            </a:pPr>
            <a:r>
              <a:t>• Rapid Adaptation: Instantly recognizes new objects through textual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 in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Quality Control: Identify defects without additional training.</a:t>
            </a:r>
          </a:p>
          <a:p>
            <a:pPr>
              <a:defRPr sz="1600"/>
            </a:pPr>
            <a:r>
              <a:t>• Inventory Management: Instantly detect new or modified products.</a:t>
            </a:r>
          </a:p>
          <a:p>
            <a:pPr>
              <a:defRPr sz="1600"/>
            </a:pPr>
            <a:r>
              <a:t>• Robotics and Automation: Robots adapt to new components through textual instructions.</a:t>
            </a:r>
          </a:p>
          <a:p>
            <a:pPr>
              <a:defRPr sz="1600"/>
            </a:pPr>
            <a:r>
              <a:t>• Predictive Maintenance: Detect unfamiliar signs of equipment deterioration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Grounding DINO</a:t>
            </a:r>
          </a:p>
          <a:p>
            <a:pPr>
              <a:defRPr sz="1600"/>
            </a:pPr>
            <a:r>
              <a:t>• OWL-ViT</a:t>
            </a:r>
          </a:p>
          <a:p>
            <a:pPr>
              <a:defRPr sz="1600"/>
            </a:pPr>
            <a:r>
              <a:t>• Detic</a:t>
            </a:r>
          </a:p>
          <a:p>
            <a:pPr>
              <a:defRPr sz="1600"/>
            </a:pPr>
            <a:r>
              <a:t>• CLIP (OpenAI)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Context Bias: Affected by contextual influences.</a:t>
            </a:r>
          </a:p>
          <a:p>
            <a:pPr>
              <a:defRPr sz="1600"/>
            </a:pPr>
            <a:r>
              <a:t>• Text Ambiguity: Vague prompts reduce accuracy.</a:t>
            </a:r>
          </a:p>
          <a:p>
            <a:pPr>
              <a:defRPr sz="1600"/>
            </a:pPr>
            <a:r>
              <a:t>• Small Objects: Difficulty detecting small-sized objects.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Zero-Shot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Expected to evolve significantly, integrating modalities like audio, thermal imaging, and other sensors for more adaptive and intuitive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Zero-Shot Object Detection revolutionizes object detection by overcoming traditional limitations, enabling AI to instantly recognize new objects similarly to human cognition.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