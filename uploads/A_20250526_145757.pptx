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040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Zero-Shot Object Detection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Zero-Shot Object Detection is an AI technology. It recognizes objects it has never encountered before. This uses vision-language models for understanding.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108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Does It Work?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597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8860" y="280225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837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Multimodal Model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328035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language and visual understanding.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713803" y="27597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98874" y="280225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50919" y="2837617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 Embedding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50919" y="3682365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 image and text representations in a shared space.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22470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78860" y="52672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302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Text-Based Prompts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792986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provide text to detect specific objects. For example: "Find all red objects in this image."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928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5924" y="3163253"/>
            <a:ext cx="10779562" cy="648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 of Zero-Shot Object Detection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24" y="4158615"/>
            <a:ext cx="518517" cy="5185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51848" y="4245531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Flexibility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451848" y="4694039"/>
            <a:ext cx="12452628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specific training is needed for new objects.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924" y="5476875"/>
            <a:ext cx="518517" cy="5185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51848" y="5563791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 Efficiency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451848" y="6012299"/>
            <a:ext cx="12452628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extensive dataset labeling.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924" y="6795135"/>
            <a:ext cx="518517" cy="5185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51848" y="6882051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Rapid Adaptation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451848" y="7330559"/>
            <a:ext cx="12452628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Instantly recognizes new objects via text prompts.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FD4D81-2098-90D8-1420-B55A3BC80F8E}"/>
              </a:ext>
            </a:extLst>
          </p:cNvPr>
          <p:cNvSpPr/>
          <p:nvPr/>
        </p:nvSpPr>
        <p:spPr>
          <a:xfrm>
            <a:off x="12697691" y="7662386"/>
            <a:ext cx="1839191" cy="463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8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4229" y="571857"/>
            <a:ext cx="7688342" cy="129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Applications in Manufacturing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214229" y="2183368"/>
            <a:ext cx="7688342" cy="1213247"/>
          </a:xfrm>
          <a:prstGeom prst="roundRect">
            <a:avLst>
              <a:gd name="adj" fmla="val 719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29732" y="2398871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Quality Control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29732" y="2848332"/>
            <a:ext cx="72573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Quickly identifies defects without training.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4229" y="3604498"/>
            <a:ext cx="7688342" cy="1213247"/>
          </a:xfrm>
          <a:prstGeom prst="roundRect">
            <a:avLst>
              <a:gd name="adj" fmla="val 719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29732" y="3820001"/>
            <a:ext cx="2952036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Management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29732" y="4269462"/>
            <a:ext cx="72573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Instantly categorizes new or modified products.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4229" y="5025628"/>
            <a:ext cx="7688342" cy="1213247"/>
          </a:xfrm>
          <a:prstGeom prst="roundRect">
            <a:avLst>
              <a:gd name="adj" fmla="val 719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29732" y="5241131"/>
            <a:ext cx="3196828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Robotics and Automation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29732" y="5690592"/>
            <a:ext cx="72573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Robots adapt to new components via simple text.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4229" y="6446758"/>
            <a:ext cx="7688342" cy="1213247"/>
          </a:xfrm>
          <a:prstGeom prst="roundRect">
            <a:avLst>
              <a:gd name="adj" fmla="val 719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29732" y="6662261"/>
            <a:ext cx="299823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Maintenance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29732" y="7111722"/>
            <a:ext cx="72573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detection of unfamiliar signs of wear.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C3CC86-2C75-66C6-B79F-035B13CAB0E9}"/>
              </a:ext>
            </a:extLst>
          </p:cNvPr>
          <p:cNvSpPr/>
          <p:nvPr/>
        </p:nvSpPr>
        <p:spPr>
          <a:xfrm>
            <a:off x="12697691" y="7693559"/>
            <a:ext cx="1839191" cy="463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Popular Models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Grounding DINO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object detection with open-set recognition.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OWL-ViT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39685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Leverages vision transformers for robust detection.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Detic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39685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Focuses on high-quality and diverse detections.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CLIP (OpenAI)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39685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images and text for broad understanding.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1A6A46-8899-89BA-54EF-ACC3A2AB54ED}"/>
              </a:ext>
            </a:extLst>
          </p:cNvPr>
          <p:cNvSpPr/>
          <p:nvPr/>
        </p:nvSpPr>
        <p:spPr>
          <a:xfrm>
            <a:off x="12697691" y="7662386"/>
            <a:ext cx="1839191" cy="463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328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136" y="3090029"/>
            <a:ext cx="6098738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&amp; Limitations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26087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 Bias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2026087" y="4667607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can be affected by contextual influences.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26087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Text Ambiguity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2026087" y="5883354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Vague prompts reduce detection accuracy.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26087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Small Objects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2026087" y="7099102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detecting very small-sized objects.</a:t>
            </a:r>
            <a:endParaRPr lang="en-US" sz="15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259D55-3527-A288-CAC8-94C402A99AF9}"/>
              </a:ext>
            </a:extLst>
          </p:cNvPr>
          <p:cNvSpPr/>
          <p:nvPr/>
        </p:nvSpPr>
        <p:spPr>
          <a:xfrm>
            <a:off x="12697691" y="7662386"/>
            <a:ext cx="1839191" cy="463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114292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Future of Zero-Shot Object Detection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adaptive and intuitive AI systems.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Multi-Modality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of audio and thermal imaging.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Sensors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Incorporation of diverse sensor data.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29991" y="5495568"/>
            <a:ext cx="28625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Significant Evolution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985986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to advance considerably.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A2A2CB0-3428-648C-64C1-3087D88A449C}"/>
              </a:ext>
            </a:extLst>
          </p:cNvPr>
          <p:cNvSpPr/>
          <p:nvPr/>
        </p:nvSpPr>
        <p:spPr>
          <a:xfrm>
            <a:off x="12697691" y="7662386"/>
            <a:ext cx="1839191" cy="463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701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1906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790373" y="3019068"/>
            <a:ext cx="35480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Revolutionizing Detection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3509486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Overcomes traditional object detection limitations.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4099203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30534" y="4099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Recognition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4589621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instantly recognizes new objects.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517933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70815" y="5179338"/>
            <a:ext cx="30141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Human-like Cognition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0815" y="5669756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AI to perceive like humans.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BDB018-1F08-0912-9142-ED028A5C7D8F}"/>
              </a:ext>
            </a:extLst>
          </p:cNvPr>
          <p:cNvSpPr/>
          <p:nvPr/>
        </p:nvSpPr>
        <p:spPr>
          <a:xfrm>
            <a:off x="12697691" y="7662386"/>
            <a:ext cx="1839191" cy="463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293</Words>
  <Application>Microsoft Office PowerPoint</Application>
  <PresentationFormat>Custom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Labib Mukharam Syahputra</cp:lastModifiedBy>
  <cp:revision>2</cp:revision>
  <dcterms:created xsi:type="dcterms:W3CDTF">2025-05-26T02:42:21Z</dcterms:created>
  <dcterms:modified xsi:type="dcterms:W3CDTF">2025-05-26T02:48:42Z</dcterms:modified>
</cp:coreProperties>
</file>